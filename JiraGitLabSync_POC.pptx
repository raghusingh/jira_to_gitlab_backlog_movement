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→ GitLab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Service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replication of Jira Stories, Bugs &amp; Tasks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GitLab milestones using a .NET 8 Windows Service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.NET 8  ·  Windows Service  ·  Jira REST API v3  ·  GitLab REST API v4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Three challenges driving the need for this sync service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07008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07008"/>
            <a:ext cx="64008" cy="10789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99616"/>
            <a:ext cx="475488" cy="47548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29844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Limited Jira Access — Entire Team Cannot See Work Items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1872" y="1627632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Stories and Bugs are created and managed in Jira, but only a few team members have Jira licences. Developers, QA, and other contributors who work in GitLab daily have no visibility into planned work items, sprint scope, or ticket details — creating a blind spot across the team.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04872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04872"/>
            <a:ext cx="64008" cy="10789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697480"/>
            <a:ext cx="475488" cy="47548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249631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Disconnected Tools — Code in GitLab, Work Tracking in Jira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2825496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All code repositories live in GitLab which every team member can access, but sprint planning, stories, and bugs remain siloed in Jira. Developers must context-switch between two systems to understand what to build, making it difficult to track sprint progress or link commits to work items.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02736"/>
            <a:ext cx="64008" cy="1078992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895344"/>
            <a:ext cx="475488" cy="475488"/>
          </a:xfrm>
          <a:prstGeom prst="ellipse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6941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Manual Work Tracking — Team Managing Tasks &amp; Status in Excel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1872" y="4023360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Without access to Jira or a shared system, team members resort to maintaining tasks, assignments, and work status in Excel spreadsheets. This leads to version conflicts, stale data, no sprint-wise progress tracking, and zero traceability between work items and the actual code being delivered.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 .NET 8 Windows Service that automatically replicates Jira tickets to GitLab on a configurable schedule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71600"/>
            <a:ext cx="2560320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Jira 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Stories · Bugs · Tasks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71600"/>
            <a:ext cx="25603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Sync Service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1089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.NET 8 Windows Service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371600"/>
            <a:ext cx="256032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GitLab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521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Issues · Milestones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986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418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⏱ Scheduled Sync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Runs every 15 min (configurable). Auto-retry on failure.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5584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🎯 Smart Routing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5584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Active milestone today → sprint. No milestone → Backlog.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3620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🔁 Create &amp; Update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New tickets are created; existing ones are updated in place.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🏷 Field Mapping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ID, Description, Assignee, Dates, Story Points all synced.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5584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📝 Full Logging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5584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Microsoft ILogger with Debug/Info/Warn/Error levels.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3620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⚙️ Config-Driven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All settings in appsettings.json — no recompile needed.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Layered .NET 8 service with clean separation of concerns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98448"/>
            <a:ext cx="82296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Worker Layer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SyncWorker  (BackgroundService)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89888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138988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Timer loop · Retry logic · Graceful shutdown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1956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Orchestration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432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SyncOrchestrator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08960" y="2194560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19456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Milestone routing · Create vs Update decision · Error isolation per ticket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27614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07792"/>
            <a:ext cx="82296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953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JiraService  +  GitLabService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08960" y="2999232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99923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REST API clients · Pagination · User lookup · Milestone cache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712464"/>
            <a:ext cx="8229600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758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Layer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041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JiraModels  ·  GitLabModels  ·  SyncTicket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08960" y="3803904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3803904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Typed DTOs · ADF → plain-text · Field resolution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How Jira ticket data maps to GitLab issue fields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61872"/>
            <a:ext cx="822960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 Field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GitLab Field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9344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093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/ Bug / Task Key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prefix [PROJ-42]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0" y="160934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Enables duplicate detection on re-sync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299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Summary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08960" y="20299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(after prefix)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202996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Full summary preserved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50592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4505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Description (ADF)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08960" y="245059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description (Markdown)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0" y="245059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Atlassian ADF flattened to plain text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87121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Assignee display name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08960" y="287121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Assignee (matched by name/email)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0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Skipped on free-tier GitLab (403)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91840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2918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Sprint start date → end 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108960" y="32918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Shown in description: From → To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291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Also drives milestone selection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124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Points (customfield)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371246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weight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0" y="371246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Tries 3 common custom field names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133088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330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Issue type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108960" y="4133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GitLab label (story / bug / task)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0" y="41330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Configurable via LabelMappings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2026-06-01T17:22:54Z</dcterms:created>
  <dcterms:modified xsi:type="dcterms:W3CDTF">2026-06-01T17:22:54Z</dcterms:modified>
</cp:coreProperties>
</file>