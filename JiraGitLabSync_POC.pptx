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097280"/>
            <a:ext cx="1463040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POC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→ GitLab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Service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replication of Jira Stories, Bugs &amp; Tasks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GitLab milestones using a .NET 8 Windows Service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.NET 8  ·  Windows Service  ·  Jira REST API v3  ·  GitLab REST API v4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58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Three challenges driving the need for this sync service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07008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07008"/>
            <a:ext cx="64008" cy="10789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499616"/>
            <a:ext cx="475488" cy="47548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499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61872" y="1298448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Limited Jira Access — Entire Team Cannot See Work Items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61872" y="1627632"/>
            <a:ext cx="7223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Stories and Bugs are created and managed in Jira, but only a few team members have Jira licences. Developers, QA, and other contributors who work in GitLab daily have no visibility into planned work items, sprint scope, or ticket details — creating a blind spot across the team.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04872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04872"/>
            <a:ext cx="64008" cy="107899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697480"/>
            <a:ext cx="475488" cy="47548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61872" y="249631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Disconnected Tools — Code in GitLab, Work Tracking in Jira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61872" y="2825496"/>
            <a:ext cx="7223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All code repositories live in GitLab which every team member can access, but sprint planning, stories, and bugs remain siloed in Jira. Developers must context-switch between two systems to understand what to build, making it difficult to track sprint progress or link commits to work items.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02736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602736"/>
            <a:ext cx="64008" cy="1078992"/>
          </a:xfrm>
          <a:prstGeom prst="rect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895344"/>
            <a:ext cx="475488" cy="475488"/>
          </a:xfrm>
          <a:prstGeom prst="ellipse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3895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61872" y="369417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Manual Work Tracking — Team Managing Tasks &amp; Status in Excel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61872" y="4023360"/>
            <a:ext cx="7223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Without access to Jira or a shared system, team members resort to maintaining tasks, assignments, and work status in Excel spreadsheets. This leads to version conflicts, stale data, no sprint-wise progress tracking, and zero traceability between work items and the actual code being delivered.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Benefits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58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What the team gains by syncing Jira to GitLab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34440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2633472" cy="420624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5216" y="1307592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1307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0120" y="13167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Whole Team Visibility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5216" y="170992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Every team member — developer, QA, designer — can view sprint stories, bugs and tasks directly in GitLab without needing a Jira licence.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1234440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46120" y="1234440"/>
            <a:ext cx="2633472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234440"/>
            <a:ext cx="54864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74136" y="1307592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74136" y="1307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🗂️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749040" y="13167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Single Source of Truth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74136" y="170992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Replaces fragmented Excel sheets with structured GitLab issues. Work status, assignees and story points are always up to date and version-controlled.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035040" y="1234440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1234440"/>
            <a:ext cx="2633472" cy="420624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35040" y="1234440"/>
            <a:ext cx="54864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3056" y="1307592"/>
            <a:ext cx="292608" cy="2926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63056" y="1307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📅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37960" y="13167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</a:rPr>
              <a:t>Sprint-wise Progress Tracking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63056" y="170992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Tickets are mapped to GitLab milestones matching the current sprint. Teams can track velocity, completion rate and sprint health directly in GitLab.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2816352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16352"/>
            <a:ext cx="2633472" cy="420624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2816352"/>
            <a:ext cx="54864" cy="1417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5216" y="2889504"/>
            <a:ext cx="292608" cy="29260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5216" y="2889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🔗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60120" y="289864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Code ↔ Work Item Traceability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85216" y="32918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With issues in GitLab, developers can reference ticket IDs in commits and merge requests — linking code changes directly to the business requirement.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246120" y="2816352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46120" y="2816352"/>
            <a:ext cx="2633472" cy="420624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46120" y="2816352"/>
            <a:ext cx="54864" cy="1417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74136" y="2889504"/>
            <a:ext cx="292608" cy="29260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74136" y="2889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⚡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89864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Zero Manual Effort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374136" y="32918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The service runs automatically every 15 minutes. No copy-pasting, no spreadsheet updates — the sync is fully hands-free once deployed.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035040" y="2816352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035040" y="2816352"/>
            <a:ext cx="2633472" cy="420624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35040" y="2816352"/>
            <a:ext cx="54864" cy="1417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63056" y="2889504"/>
            <a:ext cx="292608" cy="29260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63056" y="2889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📊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37960" y="289864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Better Reporting &amp; Retrospectives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163056" y="32918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GitLab burndown charts, issue boards and milestone reports give the team accurate sprint data for retrospectives and stakeholder updates.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4370832"/>
            <a:ext cx="822960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37083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✓ No Jira licence needed for developers     ✓ Replaces Excel tracking     ✓ Sprint progress in GitLab     ✓ Fully automated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A .NET 8 Windows Service that automatically replicates Jira tickets to GitLab on a configurable schedule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371600"/>
            <a:ext cx="2560320" cy="1005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4447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Jira Cloud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Stories · Bugs · Tasks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08960" y="1371600"/>
            <a:ext cx="256032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08960" y="14447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Sync Service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10896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.NET 8 Windows Service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1371600"/>
            <a:ext cx="2560320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52160" y="14447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GitLab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85216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Issues · Milestones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98648" y="173736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A580C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641848" y="173736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A580C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65760" y="260604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548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⏱ Scheduled Sync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" y="2990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Runs every 15 min (configurable). Auto-retry on failure.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260604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5584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🎯 Smart Routing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55848" y="2990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Active milestone today → sprint. No milestone → Backlog.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260604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3620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🔁 Create &amp; Update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36208" y="2990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New tickets are created; existing ones are updated in place.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70332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🏷 Field Mapping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" y="40873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ID, Description, Assignee, Dates, Story Points all synced.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370332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355848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📝 Full Logging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55848" y="40873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Microsoft ILogger with Debug/Info/Warn/Error levels.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6480" y="370332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236208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⚙️ Config-Driven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36208" y="40873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All settings in appsettings.json — no recompile needed.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Layered .NET 8 service with clean separation of concerns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98448"/>
            <a:ext cx="82296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344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Worker Layer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627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SyncWorker  (BackgroundService)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08960" y="1389888"/>
            <a:ext cx="18288" cy="475488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6120" y="1389888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Timer loop · Retry logic · Graceful shutdown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0" y="1956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8229600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48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Orchestration Layer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24323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SyncOrchestrator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108960" y="2194560"/>
            <a:ext cx="18288" cy="475488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219456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Milestone routing · Create vs Update decision · Error isolation per ticket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297680" y="27614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07792"/>
            <a:ext cx="82296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29535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Service Layer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32369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JiraService  +  GitLabService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08960" y="2999232"/>
            <a:ext cx="18288" cy="475488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46120" y="2999232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REST API clients · Pagination · User lookup · Milestone cache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0" y="35661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712464"/>
            <a:ext cx="8229600" cy="6583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94360" y="37581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Layer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" y="40416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JiraModels  ·  GitLabModels  ·  SyncTicket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108960" y="3803904"/>
            <a:ext cx="18288" cy="475488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46120" y="3803904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Typed DTOs · ADF → plain-text · Field resolution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Mapping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How Jira ticket data maps to GitLab issue fields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61872"/>
            <a:ext cx="822960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618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Jira Field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12618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GitLab Field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15000" y="12618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09344"/>
            <a:ext cx="8229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6093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Story / Bug / Task Key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108960" y="160934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Issue title prefix [PROJ-42]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0" y="160934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Enables duplicate detection on re-sync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029968"/>
            <a:ext cx="8229600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02996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Summary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108960" y="202996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Issue title (after prefix)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0" y="202996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Full summary preserved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450592"/>
            <a:ext cx="8229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45059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Description (ADF)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108960" y="245059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Issue description (Markdown)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0" y="2450592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Atlassian ADF flattened to plain text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871216"/>
            <a:ext cx="8229600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87121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Assignee display name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108960" y="2871216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Assignee (matched by name/email)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0" y="2871216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Skipped on free-tier GitLab (403)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291840"/>
            <a:ext cx="8229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29184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Sprint start date → end date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108960" y="329184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Shown in description: From → To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0" y="329184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Also drives milestone selection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712464"/>
            <a:ext cx="8229600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71246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Story Points (customfield)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108960" y="371246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Issue weight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0" y="371246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Tries 3 common custom field names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133088"/>
            <a:ext cx="8229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13308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Issue type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108960" y="413308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GitLab label (story / bug / task)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0" y="413308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Configurable via LabelMappings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2026-06-02T10:38:53Z</dcterms:created>
  <dcterms:modified xsi:type="dcterms:W3CDTF">2026-06-02T10:38:53Z</dcterms:modified>
</cp:coreProperties>
</file>