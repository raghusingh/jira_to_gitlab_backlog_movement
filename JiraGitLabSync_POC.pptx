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2011680"/>
            <a:ext cx="5029200" cy="5029200"/>
          </a:xfrm>
          <a:prstGeom prst="ellipse">
            <a:avLst/>
          </a:prstGeom>
          <a:solidFill>
            <a:srgbClr val="162340"/>
          </a:solidFill>
          <a:ln w="12700">
            <a:solidFill>
              <a:srgbClr val="16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1A56DB">
              <a:alpha val="15000"/>
            </a:srgbClr>
          </a:solidFill>
          <a:ln w="12700">
            <a:solidFill>
              <a:srgbClr val="1A56DB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" cy="2560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→ GitLab Sync Service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26060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replication of Jira Stories, Bugs &amp; Tasks to GitLab milestones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.NET 8 Windows Service — Proof of Concept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66160"/>
            <a:ext cx="1828800" cy="310896"/>
          </a:xfrm>
          <a:prstGeom prst="rect">
            <a:avLst/>
          </a:prstGeom>
          <a:solidFill>
            <a:srgbClr val="162340"/>
          </a:solidFill>
          <a:ln w="12700">
            <a:solidFill>
              <a:srgbClr val="2438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5661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C"/>
                </a:solidFill>
              </a:rPr>
              <a:t>.NET 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3566160"/>
            <a:ext cx="1828800" cy="310896"/>
          </a:xfrm>
          <a:prstGeom prst="rect">
            <a:avLst/>
          </a:prstGeom>
          <a:solidFill>
            <a:srgbClr val="162340"/>
          </a:solidFill>
          <a:ln w="12700">
            <a:solidFill>
              <a:srgbClr val="2438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35661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C"/>
                </a:solidFill>
              </a:rPr>
              <a:t>Jira REST API v3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26280" y="3566160"/>
            <a:ext cx="1828800" cy="310896"/>
          </a:xfrm>
          <a:prstGeom prst="rect">
            <a:avLst/>
          </a:prstGeom>
          <a:solidFill>
            <a:srgbClr val="162340"/>
          </a:solidFill>
          <a:ln w="12700">
            <a:solidFill>
              <a:srgbClr val="2438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35661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C"/>
                </a:solidFill>
              </a:rPr>
              <a:t>GitLab REST API v4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37960" y="3566160"/>
            <a:ext cx="1828800" cy="310896"/>
          </a:xfrm>
          <a:prstGeom prst="rect">
            <a:avLst/>
          </a:prstGeom>
          <a:solidFill>
            <a:srgbClr val="162340"/>
          </a:solidFill>
          <a:ln w="12700">
            <a:solidFill>
              <a:srgbClr val="2438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5661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C"/>
                </a:solidFill>
              </a:rPr>
              <a:t>Windows Service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4069080"/>
            <a:ext cx="8138160" cy="18288"/>
          </a:xfrm>
          <a:prstGeom prst="rect">
            <a:avLst/>
          </a:prstGeom>
          <a:solidFill>
            <a:srgbClr val="243859"/>
          </a:solidFill>
          <a:ln w="12700">
            <a:solidFill>
              <a:srgbClr val="2438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1605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6B9A"/>
                </a:solidFill>
              </a:rPr>
              <a:t>Raghubir Singh  ·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Three challenges driving the need for this sync service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229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07008"/>
            <a:ext cx="64008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435608"/>
            <a:ext cx="457200" cy="457200"/>
          </a:xfrm>
          <a:prstGeom prst="rect">
            <a:avLst/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7008" y="12984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Limited Jira Access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07008" y="155448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Entire team cannot see work items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07008" y="1755648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Stories and Bugs are created in Jira, but only a few members have licences. Developers and QA who work in GitLab daily have zero visibility into sprint scope, ticket details, or planned work — creating a blind spot across the team.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14016"/>
            <a:ext cx="8229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14016"/>
            <a:ext cx="64008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2642616"/>
            <a:ext cx="45720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25054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Disconnected Tools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07008" y="276148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Code in GitLab, work tracking in Jira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07008" y="2962656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All code repositories live in GitLab which the whole team can access, but sprint planning and stories remain siloed in Jira. Context-switching between two systems makes it hard to link commits to requirements or track sprint progress.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621024"/>
            <a:ext cx="8229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621024"/>
            <a:ext cx="64008" cy="1005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3849624"/>
            <a:ext cx="457200" cy="457200"/>
          </a:xfrm>
          <a:prstGeom prst="rect">
            <a:avLst/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6DB"/>
                </a:solidFill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07008" y="371246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Manual Excel Tracking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07008" y="3968496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6DB"/>
                </a:solidFill>
              </a:rPr>
              <a:t>Team managing tasks and status in spreadsheets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207008" y="4169664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Without a shared system, members maintain tasks, assignments and work status in Excel files. This causes version conflicts, stale data, no sprint-wise tracking, and zero traceability between work items and the code being delivered.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C"/>
                </a:solidFill>
              </a:rPr>
              <a:t>Jira → GitLab Sync Service  ·  POC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Benefits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What the team gains by syncing Jira to GitLab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263347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2633472" cy="384048"/>
          </a:xfrm>
          <a:prstGeom prst="rect">
            <a:avLst/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70432"/>
            <a:ext cx="54864" cy="14173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25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123444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Whole Team Visibility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627632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Every member — dev, QA, designer — views sprint tickets in GitLab with no Jira licence needed.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170432"/>
            <a:ext cx="263347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170432"/>
            <a:ext cx="2633472" cy="384048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70432"/>
            <a:ext cx="54864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225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🗂️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21608" y="123444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Single Source of Truth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1627632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Replaces fragmented Excel sheets. Work status, assignees and story points always up to date.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170432"/>
            <a:ext cx="263347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170432"/>
            <a:ext cx="2633472" cy="384048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170432"/>
            <a:ext cx="54864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1225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10528" y="123444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Sprint-wise Tracking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44768" y="1627632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Tickets map to GitLab milestones. Track velocity, completion rate and sprint health.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743200"/>
            <a:ext cx="263347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743200"/>
            <a:ext cx="2633472" cy="38404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743200"/>
            <a:ext cx="54864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🔗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2688" y="280720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Code ↔ Work Traceability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3200400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Developers reference ticket IDs in commits — linking code changes to business requirements.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46120" y="2743200"/>
            <a:ext cx="263347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46120" y="2743200"/>
            <a:ext cx="2633472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46120" y="2743200"/>
            <a:ext cx="54864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55848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721608" y="280720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Zero Manual Effort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55848" y="3200400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Runs automatically on schedule. No copy-pasting, no spreadsheet updates — fully hands-free.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35040" y="2743200"/>
            <a:ext cx="263347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5040" y="2743200"/>
            <a:ext cx="2633472" cy="384048"/>
          </a:xfrm>
          <a:prstGeom prst="rect">
            <a:avLst/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2743200"/>
            <a:ext cx="54864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44768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510528" y="280720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Better Retrospectives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44768" y="3200400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GitLab burndown charts and milestone reports give accurate sprint data for stakeholder updates.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3159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✓ No Jira licence needed     ✓ Replaces Excel tracking     ✓ Sprint progress in GitLab     ✓ Fully automated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C"/>
                </a:solidFill>
              </a:rPr>
              <a:t>Jira → GitLab Sync Service  ·  POC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A .NET 8 Windows Service that automatically replicates Jira tickets to GitLab on a configurable schedule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2633472" cy="9144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9844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Jira Cloud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Stories · Bugs · Tasks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1207008"/>
            <a:ext cx="2633472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29844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Sync Service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46120" y="166420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.NET 8  Windows Service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207008"/>
            <a:ext cx="2633472" cy="9144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29844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GitLab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35040" y="166420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Issues · Milestones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63240" y="148132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52160" y="148132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2633472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423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⏱  Scheduled Sync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273405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Runs at configured times (e.g. 09:00 IST). Auto-retry on failure.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2331720"/>
            <a:ext cx="2633472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2423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🎯  Smart Routing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55848" y="273405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Active milestone today → sprint. No milestone → Backlog.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2331720"/>
            <a:ext cx="2633472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2423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🔁  Create &amp; Update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44768" y="273405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New tickets created; existing issues updated and moved to correct milestone.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429000"/>
            <a:ext cx="2633472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520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🏷  Field Mapping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383133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ID, Description, Assignee, Sprint Dates, Story Points all synced.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46120" y="3429000"/>
            <a:ext cx="2633472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3520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🛡  Error Handling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55848" y="383133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Global exception handler with per-ticket isolation — one failure won't stop others.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3429000"/>
            <a:ext cx="2633472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44768" y="3520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⚙️  Config-Driven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144768" y="383133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All settings in appsettings.json — schedule, tokens, project key.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C"/>
                </a:solidFill>
              </a:rPr>
              <a:t>Jira → GitLab Sync Service  ·  POC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Layered .NET 8 service with clean separation of concerns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65836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Worker Layer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5179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SyncWorker  (BackgroundService)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017520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12801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Timer loop  ·  Retry logic  ·  Schedule mode  ·  Graceful shutdown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0" y="1828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75104"/>
            <a:ext cx="8229600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29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Orchestration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3225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SyncOrchestrator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17520" y="2084832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20848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Milestone routing  ·  Create vs Update decision  ·  Error isolation per ticket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0" y="26334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779776"/>
            <a:ext cx="822960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Service Layer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1272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JiraService  +  GitLabService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17520" y="2889504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288950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REST API clients  ·  Basic Auth &amp; Private Token  ·  Pagination  ·  Milestone cache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97680" y="34381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↓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584448"/>
            <a:ext cx="8229600" cy="65836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639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Layer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39319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JiraModels  ·  GitLabModels  ·  SyncTicket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017520" y="3694176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4680" y="369417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Typed DTOs  ·  ADF → plain-text  ·  Field resolution  ·  SyncResult tracking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C"/>
                </a:solidFill>
              </a:rPr>
              <a:t>Jira → GitLab Sync Service  ·  POC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Mapping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How Jira ticket data maps to GitLab issue fields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34747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Jira Field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108960" y="11704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GitLab Field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0" y="11704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Notes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517904"/>
            <a:ext cx="8229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1790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Story / Bug / Task Key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08960" y="151790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Issue title prefix  [PROJ-42]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0" y="151790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Enables duplicate detection on re-sync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938528"/>
            <a:ext cx="822960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3852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Summary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08960" y="193852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Issue title (after key prefix)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0" y="193852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Full summary preserved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359152"/>
            <a:ext cx="8229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35915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Description (ADF format)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108960" y="235915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Issue description (Markdown)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0" y="235915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Atlassian ADF flattened to plain text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779776"/>
            <a:ext cx="822960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77977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Assignee name / email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108960" y="2779776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Assignee (matched by name/email)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0" y="277977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Skipped on free-tier GitLab (403 on /users)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8229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20040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Sprint start → end date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108960" y="320040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Shown in description: From → To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0" y="320040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Also drives milestone date matching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621024"/>
            <a:ext cx="822960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6210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Story Points (customfield)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108960" y="362102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Issue weight field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69280" y="36210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Tries customfield_10016, 10028, story_points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041648"/>
            <a:ext cx="8229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0416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Issue type (Story/Bug/Task)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108960" y="404164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GitLab label (story/bug/task)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0" y="40416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Configurable via LabelMappings in config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C"/>
                </a:solidFill>
              </a:rPr>
              <a:t>Jira → GitLab Sync Service  ·  POC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Execution Log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C"/>
                </a:solidFill>
              </a:rPr>
              <a:t>Sync run showing 16 tickets created in GitLab Sprint-1 milestone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875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 Sync run complete — Created=16, Updated=0, Skipped=0, Failed=0</a:t>
            </a:r>
            <a:endParaRPr lang="en-US" sz="1200" dirty="0"/>
          </a:p>
        </p:txBody>
      </p:sp>
      <p:pic>
        <p:nvPicPr>
          <p:cNvPr id="6" name="Image 0" descr="/home/claude/JiraGitLabSync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44752"/>
            <a:ext cx="8229600" cy="33101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C"/>
                </a:solidFill>
              </a:rPr>
              <a:t>Jira → GitLab Sync Service  ·  POC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Execution Log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C"/>
                </a:solidFill>
              </a:rPr>
              <a:t>Subsequent run showing update sync — 1 created, 16 updated with no failures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875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 Sync run complete — Created=1, Updated=16, Skipped=0, Failed=0</a:t>
            </a:r>
            <a:endParaRPr lang="en-US" sz="1200" dirty="0"/>
          </a:p>
        </p:txBody>
      </p:sp>
      <p:pic>
        <p:nvPicPr>
          <p:cNvPr id="6" name="Image 0" descr="/home/claude/JiraGitLabSync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44752"/>
            <a:ext cx="8229600" cy="33101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C"/>
                </a:solidFill>
              </a:rPr>
              <a:t>Jira → GitLab Sync Service  ·  POC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Jira 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2633472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75569"/>
                </a:solidFill>
              </a:rPr>
              <a:t>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25880" y="87782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To 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804672"/>
            <a:ext cx="2633472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82296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0" y="87782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In Progress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804672"/>
            <a:ext cx="2633472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82296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</a:rPr>
              <a:t>10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903720" y="87782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Done</a:t>
            </a:r>
            <a:endParaRPr lang="en-US" sz="1300" dirty="0"/>
          </a:p>
        </p:txBody>
      </p:sp>
      <p:pic>
        <p:nvPicPr>
          <p:cNvPr id="12" name="Image 0" descr="/home/claude/JiraGitLabSync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8229600" cy="32918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C"/>
                </a:solidFill>
              </a:rPr>
              <a:t>Jira → GitLab Sync Service  ·  POC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Tickets Replicated to GitLab Sprint-1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2633472" cy="548640"/>
          </a:xfrm>
          <a:prstGeom prst="rect">
            <a:avLst/>
          </a:prstGeom>
          <a:solidFill>
            <a:srgbClr val="1A2744"/>
          </a:solidFill>
          <a:ln w="12700">
            <a:solidFill>
              <a:srgbClr val="2A37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56DB"/>
                </a:solidFill>
              </a:rPr>
              <a:t>17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25880" y="87782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3CC"/>
                </a:solidFill>
              </a:rPr>
              <a:t>Work Items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804672"/>
            <a:ext cx="2633472" cy="548640"/>
          </a:xfrm>
          <a:prstGeom prst="rect">
            <a:avLst/>
          </a:prstGeom>
          <a:solidFill>
            <a:srgbClr val="1A2744"/>
          </a:solidFill>
          <a:ln w="12700">
            <a:solidFill>
              <a:srgbClr val="2A37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82296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</a:rPr>
              <a:t>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0" y="87782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3CC"/>
                </a:solidFill>
              </a:rPr>
              <a:t>Labels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804672"/>
            <a:ext cx="2633472" cy="548640"/>
          </a:xfrm>
          <a:prstGeom prst="rect">
            <a:avLst/>
          </a:prstGeom>
          <a:solidFill>
            <a:srgbClr val="1A2744"/>
          </a:solidFill>
          <a:ln w="12700">
            <a:solidFill>
              <a:srgbClr val="2A37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82296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</a:rPr>
              <a:t>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903720" y="87782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3CC"/>
                </a:solidFill>
              </a:rPr>
              <a:t>Failed</a:t>
            </a:r>
            <a:endParaRPr lang="en-US" sz="1300" dirty="0"/>
          </a:p>
        </p:txBody>
      </p:sp>
      <p:pic>
        <p:nvPicPr>
          <p:cNvPr id="12" name="Image 0" descr="/home/claude/JiraGitLabSync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8229600" cy="32918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C"/>
                </a:solidFill>
              </a:rPr>
              <a:t>Jira → GitLab Sync Service  ·  POC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Setup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How the service authenticates with Jira and GitLab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31920" cy="35661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31920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🔑  Jira — API Token (Basic Auth)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645920"/>
            <a:ext cx="292608" cy="29260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7552" y="16459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Go to id.atlassian.com → Security → API tokens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2176272"/>
            <a:ext cx="292608" cy="29260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87552" y="217627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Click Create API token — give it a name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2706624"/>
            <a:ext cx="292608" cy="29260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87552" y="270662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Copy the token (shown only once)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3236976"/>
            <a:ext cx="292608" cy="29260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87552" y="323697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Set Username + ApiToken in appsettings.json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" y="3767328"/>
            <a:ext cx="292608" cy="29260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87552" y="37673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Auth header: Basic base64(email:token)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1078992"/>
            <a:ext cx="3931920" cy="35661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078992"/>
            <a:ext cx="3931920" cy="38404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0789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🔒  GitLab — Personal Access Token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92040" y="1645920"/>
            <a:ext cx="292608" cy="29260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85232" y="16459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Go to gitlab.com/-/user_settings/personal_access_tokens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92040" y="2176272"/>
            <a:ext cx="292608" cy="29260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85232" y="217627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Click Add new token — name it JiraGitLabSync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92040" y="2706624"/>
            <a:ext cx="292608" cy="29260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85232" y="270662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Select scope: api (full read/write access)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92040" y="3236976"/>
            <a:ext cx="292608" cy="29260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85232" y="323697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Copy the generated token (starts with glpat-)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92040" y="3767328"/>
            <a:ext cx="292608" cy="29260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85232" y="37673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Set PrivateToken in appsettings.json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C"/>
                </a:solidFill>
              </a:rPr>
              <a:t>Jira → GitLab Sync Service  ·  POC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4572000" cy="4572000"/>
          </a:xfrm>
          <a:prstGeom prst="ellipse">
            <a:avLst/>
          </a:prstGeom>
          <a:solidFill>
            <a:srgbClr val="162340"/>
          </a:solidFill>
          <a:ln w="12700">
            <a:solidFill>
              <a:srgbClr val="16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A3CC"/>
                </a:solidFill>
              </a:rPr>
              <a:t>POC Complete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→ GitLab Sync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48640" y="2944368"/>
            <a:ext cx="8046720" cy="18288"/>
          </a:xfrm>
          <a:prstGeom prst="rect">
            <a:avLst/>
          </a:prstGeom>
          <a:solidFill>
            <a:srgbClr val="243859"/>
          </a:solidFill>
          <a:ln w="12700">
            <a:solidFill>
              <a:srgbClr val="2438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0906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56DB"/>
                </a:solidFill>
              </a:rPr>
              <a:t>16+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3593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C"/>
                </a:solidFill>
              </a:rPr>
              <a:t>Tickets Synced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51760" y="30906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56DB"/>
                </a:solidFill>
              </a:rPr>
              <a:t>100%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51760" y="3593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C"/>
                </a:solidFill>
              </a:rPr>
              <a:t>Automated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30906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56DB"/>
                </a:solidFill>
              </a:rPr>
              <a:t>3-Level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754880" y="3593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C"/>
                </a:solidFill>
              </a:rPr>
              <a:t>Milestone Fallback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30906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56DB"/>
                </a:solidFill>
              </a:rPr>
              <a:t>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858000" y="3593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CC"/>
                </a:solidFill>
              </a:rPr>
              <a:t>Manual Steps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Thank You  ·  Questions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Jira → GitLab Sync Service — POC</dc:title>
  <dc:subject>PptxGenJS Presentation</dc:subject>
  <dc:creator>PptxGenJS</dc:creator>
  <cp:lastModifiedBy>PptxGenJS</cp:lastModifiedBy>
  <cp:revision>1</cp:revision>
  <dcterms:created xsi:type="dcterms:W3CDTF">2026-06-07T17:32:55Z</dcterms:created>
  <dcterms:modified xsi:type="dcterms:W3CDTF">2026-06-07T17:32:55Z</dcterms:modified>
</cp:coreProperties>
</file>